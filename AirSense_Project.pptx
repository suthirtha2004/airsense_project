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1280160" cy="1280160"/>
          </a:xfrm>
          <a:prstGeom prst="ellipse">
            <a:avLst/>
          </a:prstGeom>
          <a:solidFill>
            <a:srgbClr val="132A36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2011680" cy="2011680"/>
          </a:xfrm>
          <a:prstGeom prst="ellipse">
            <a:avLst/>
          </a:prstGeom>
          <a:solidFill>
            <a:srgbClr val="132A36"/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5120640"/>
            <a:ext cx="2377440" cy="2377440"/>
          </a:xfrm>
          <a:prstGeom prst="ellipse">
            <a:avLst/>
          </a:prstGeom>
          <a:solidFill>
            <a:srgbClr val="132A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· SDG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AirSense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Air Quality Health Advisory Assistant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29260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Suthirtha Dey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Engineering &amp; Management, Kolkata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publish AQI numbers — but residents don't know what to do with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132320" cy="4480560"/>
          </a:xfrm>
          <a:prstGeom prst="rect">
            <a:avLst>
              <a:gd name="adj" fmla="val 1633"/>
            </a:avLst>
          </a:prstGeom>
          <a:solidFill>
            <a:srgbClr val="E7EDE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gap exists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4922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is published as a single number (e.g. "187") with little explanation of real-world meaning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 — a healthy adult and an asthma patient get the identical, generic reading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groups (children, elderly, respiratory patients) face the highest risk but the least guidance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check weather apps daily, but rarely check air quality — it's invisible until symptoms appear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0" y="1600200"/>
            <a:ext cx="3657600" cy="4480560"/>
          </a:xfrm>
          <a:prstGeom prst="rect">
            <a:avLst>
              <a:gd name="adj" fmla="val 2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233172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2396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&amp; parents of toddlers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320040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2396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/ COPD patients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residents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49377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23960" y="4937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commuters &amp; outdoor workers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291840" cy="1920240"/>
          </a:xfrm>
          <a:prstGeom prst="rect">
            <a:avLst>
              <a:gd name="adj" fmla="val 381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965960" y="1508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SDG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0" y="1234440"/>
            <a:ext cx="3291840" cy="1920240"/>
          </a:xfrm>
          <a:prstGeom prst="rect">
            <a:avLst>
              <a:gd name="adj" fmla="val 3810"/>
            </a:avLst>
          </a:prstGeom>
          <a:solidFill>
            <a:srgbClr val="6E8A96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3716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532120" y="1508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Well-being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SDG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2514600"/>
          </a:xfrm>
          <a:prstGeom prst="rect">
            <a:avLst>
              <a:gd name="adj" fmla="val 2909"/>
            </a:avLst>
          </a:prstGeom>
          <a:solidFill>
            <a:srgbClr val="E7EDE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translate raw air quality data into personalized, actionable health guidance, so that city residents — especially vulnerable groups — can reduce their exposure to air pollution?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AirSense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AI pipeline: prediction, then personalized advisory generation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6E8A96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94560"/>
            <a:ext cx="548640" cy="548640"/>
          </a:xfrm>
          <a:prstGeom prst="ellipse">
            <a:avLst/>
          </a:prstGeom>
          <a:solidFill>
            <a:srgbClr val="6E8A96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AQI feed: PM2.5, PM10, NO₂, O₃,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wind, traffic index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35808" y="301752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1B3A4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 estimates AQI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(Good → Severe)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24728" y="301752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6E8A96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2194560"/>
            <a:ext cx="548640" cy="548640"/>
          </a:xfrm>
          <a:prstGeom prst="ellipse">
            <a:avLst/>
          </a:prstGeom>
          <a:solidFill>
            <a:srgbClr val="6E8A96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health condition,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activity (optional input)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13648" y="301752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15400" y="196596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E8871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0" y="219456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5256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Engine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256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AI generates plain-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personalized guidance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"Air quality is Poor today. Limit outdoor activity for your toddler to under 15 minutes..."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prompt engineering · scikit-learn classifier · Granite / LLM-based advisory prompting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Part 1: Prediction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trained to predict AQI category from pollutant &amp; weather inputs</a:t>
            </a:r>
            <a:endParaRPr lang="en-US" sz="1300" dirty="0"/>
          </a:p>
        </p:txBody>
      </p:sp>
      <p:pic>
        <p:nvPicPr>
          <p:cNvPr id="4" name="Image 0" descr="/home/claude/airsense/aqi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0408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463040"/>
            <a:ext cx="3794760" cy="1508760"/>
          </a:xfrm>
          <a:prstGeom prst="rect">
            <a:avLst>
              <a:gd name="adj" fmla="val 4848"/>
            </a:avLst>
          </a:prstGeom>
          <a:solidFill>
            <a:srgbClr val="1B3A4B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0020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80.7%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001000" y="23774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on held-out test 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8120" y="3108960"/>
            <a:ext cx="3794760" cy="1645920"/>
          </a:xfrm>
          <a:prstGeom prst="rect">
            <a:avLst>
              <a:gd name="adj" fmla="val 4444"/>
            </a:avLst>
          </a:prstGeom>
          <a:solidFill>
            <a:srgbClr val="E7EDEF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3611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concentration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density index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level &amp; wind speed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trained on a synthetic dataset built to CPCB AQI breakpoint standards (demo purposes). Production version would train on live CPCB / OpenAQ sensor feeds — pipeline and model logic remain identical.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Part 2: Personalized Advisory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AQI reading → three different, personalized outputs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94360"/>
          </a:xfrm>
          <a:prstGeom prst="rect">
            <a:avLst>
              <a:gd name="adj" fmla="val 9231"/>
            </a:avLst>
          </a:prstGeom>
          <a:solidFill>
            <a:srgbClr val="132A3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AQI = Poor (PM2.5 118 µg/m³) · Location: Kolkata · Time: 8:30 AM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6E8A96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356616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Resident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is Poor today. Reduce prolonged outdoor exertion, especially near traffic. Prefer indoor exercise until evening, when pollution typically eases.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6E8A96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103120"/>
            <a:ext cx="356616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/ COPD Patient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7889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air quality raises symptom risk. Keep reliever medication handy, avoid outdoor exercise, and wear an N95 mask if you must step out. Contact your doctor if breathing feels labored.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6E8A96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103120"/>
            <a:ext cx="356616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of Toddler (age 3)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78892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your toddler's outdoor play to under 15 minutes, ideally before 8 AM. Keep windows closed during peak traffic hours (8–10 AM). Watch for coughing and consult a pediatrician if it persists.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32A3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5361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0195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logic works across income levels — suggests low-cost alternatives (cloth masks, ventilation) alongside purifiers, not purifiers only.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32A36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55448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60920" y="15361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190195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shows the underlying AQI number and category — never a black-box suggestion with no visible reasoning.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32A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9593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32511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gives general guidance only — never a medical diagnosis — and always directs serious symptoms to a doctor.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32A36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397764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60920" y="39593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60920" y="432511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(age group, health condition) is used only within the session for personalization and is never stored or shared.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if AirSense is implemented city-wide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7ED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guidance instead of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once-glanced-at number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7EDEF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783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26280" y="2468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for vulnerable groups,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generic warnings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7EDEF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783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2468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any city with a public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/ sensor feed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2377440"/>
          </a:xfrm>
          <a:prstGeom prst="rect">
            <a:avLst>
              <a:gd name="adj" fmla="val 3077"/>
            </a:avLst>
          </a:prstGeom>
          <a:solidFill>
            <a:srgbClr val="1B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benefits, and how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plan daily activity (commute timing, outdoor exercise, mask use) around real health risk, not a raw number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groups (children, elderly, asthma/COPD patients) get proactive, condition-specific guidance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health &amp; environment departments gain a low-cost public communication layer on top of existing AQI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32A36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846320"/>
            <a:ext cx="2377440" cy="2377440"/>
          </a:xfrm>
          <a:prstGeom prst="ellipse">
            <a:avLst/>
          </a:prstGeom>
          <a:solidFill>
            <a:srgbClr val="132A3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air, clear decisions.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AirSense turns air quality data into guidance people can actually act 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37744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Suthirtha Dey  ·  Institute of Engineering &amp; Management, Kolkata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·  IBM SkillsBuild &amp; AICTE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2026-08-18T08:49:22Z</dcterms:created>
  <dcterms:modified xsi:type="dcterms:W3CDTF">2026-08-18T08:49:22Z</dcterms:modified>
</cp:coreProperties>
</file>